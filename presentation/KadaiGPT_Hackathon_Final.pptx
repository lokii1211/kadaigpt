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74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570025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5"/>
                </a:lnTo>
                <a:lnTo>
                  <a:pt x="0" y="77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sz="1400" b="1"/>
              <a:t>KadaiGPT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570025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4"/>
                </a:lnTo>
                <a:lnTo>
                  <a:pt x="0" y="675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sz="3600" b="1"/>
              <a:t>Smart Billing, AI Powered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21094" y="1748212"/>
            <a:ext cx="4718506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sz="1400" b="0"/>
              <a:t>India's First Agentic AI-Powered Retail Operations Platform
for 12 Million+ Small Retail Stores</a:t>
            </a: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3838295"/>
            <a:ext cx="81153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sz="1400" b="0"/>
              <a:t>AI Agentathon 2026 | National Level Hackathon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3498" y="4619819"/>
            <a:ext cx="5922645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sz="1400" b="0"/>
              <a:t>Team: Lokeshkumar D, Kishan SG, Pranesh DP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3498" y="5420222"/>
            <a:ext cx="664017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Members : </a:t>
            </a:r>
          </a:p>
        </p:txBody>
      </p:sp>
      <p:sp>
        <p:nvSpPr>
          <p:cNvPr id="10" name="Freeform 10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62162" y="9060531"/>
            <a:ext cx="852015" cy="816372"/>
          </a:xfrm>
          <a:custGeom>
            <a:avLst/>
            <a:gdLst/>
            <a:ahLst/>
            <a:cxnLst/>
            <a:rect l="l" t="t" r="r" b="b"/>
            <a:pathLst>
              <a:path w="852015" h="816372">
                <a:moveTo>
                  <a:pt x="0" y="0"/>
                </a:moveTo>
                <a:lnTo>
                  <a:pt x="852015" y="0"/>
                </a:lnTo>
                <a:lnTo>
                  <a:pt x="852015" y="816372"/>
                </a:lnTo>
                <a:lnTo>
                  <a:pt x="0" y="816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836" t="-18011" r="-18941" b="-23694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641137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6"/>
                </a:lnTo>
                <a:lnTo>
                  <a:pt x="0" y="77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sz="1400" b="1"/>
              <a:t>THE PROBLEM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57224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sz="3600" b="1"/>
              <a:t>India's Retail Crisis</a:t>
            </a:r>
          </a:p>
        </p:txBody>
      </p:sp>
      <p:sp>
        <p:nvSpPr>
          <p:cNvPr id="4" name="Freeform 4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sz="1400" b="0"/>
              <a:t>12M+ small retail stores face daily operational challenges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03485" y="1748212"/>
            <a:ext cx="783151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sz="1400" b="0"/>
              <a:t>Manual Billing Chaos - 3+ hours daily on handwritten records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sz="1400" b="0"/>
              <a:t>Inventory Nightmares - $3,000/year loss from stock-outs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sz="1400" b="0"/>
              <a:t>Credit Recovery Issues - $600+ stuck per store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6502" y="4899835"/>
            <a:ext cx="8480097" cy="2114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sz="1400" b="0"/>
              <a:t>Zero Business Insights - No data for decision making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66240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5"/>
                </a:lnTo>
                <a:lnTo>
                  <a:pt x="0" y="77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sz="1400" b="1"/>
              <a:t>THE SOLUTION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600815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sz="3600" b="1"/>
              <a:t>Meet KadaiGPT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45923" y="1769425"/>
            <a:ext cx="7796153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sz="1400" b="0"/>
              <a:t>AI-first, voice-enabled, offline-capable retail assistant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sz="1400" b="0"/>
              <a:t>Voice Commands - Speak naturally to create bills instantly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sz="1400" b="0"/>
              <a:t>Smart OCR - Scan any invoice with 98% accuracy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6502" y="4899835"/>
            <a:ext cx="7718097" cy="2114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sz="1400" b="0"/>
              <a:t>AI Prediction - Know what to stock before customers ask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</p:txBody>
      </p:sp>
      <p:sp>
        <p:nvSpPr>
          <p:cNvPr id="8" name="Freeform 8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sz="1400" b="0"/>
              <a:t>WhatsApp Bot - Access your store from anywhere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62939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6"/>
                </a:lnTo>
                <a:lnTo>
                  <a:pt x="0" y="77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sz="1400" b="1"/>
              <a:t>CORE FEATURES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62939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sz="3600" b="1"/>
              <a:t>What Makes Us Different</a:t>
            </a:r>
          </a:p>
        </p:txBody>
      </p:sp>
      <p:sp>
        <p:nvSpPr>
          <p:cNvPr id="4" name="Freeform 4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sz="1400" b="0"/>
              <a:t>Voice-First Billing - 'Add 2kg rice, 1L oil' creates bill instantly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15274" y="813662"/>
            <a:ext cx="605745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sz="1400" b="0"/>
              <a:t>Smart OCR Scanning - Point camera at any invoice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ECCA32-1AC0-9B29-5476-15E459438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927994"/>
              </p:ext>
            </p:extLst>
          </p:nvPr>
        </p:nvGraphicFramePr>
        <p:xfrm>
          <a:off x="2794487" y="2171699"/>
          <a:ext cx="11378714" cy="5943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357">
                  <a:extLst>
                    <a:ext uri="{9D8B030D-6E8A-4147-A177-3AD203B41FA5}">
                      <a16:colId xmlns:a16="http://schemas.microsoft.com/office/drawing/2014/main" val="4222466375"/>
                    </a:ext>
                  </a:extLst>
                </a:gridCol>
                <a:gridCol w="5689357">
                  <a:extLst>
                    <a:ext uri="{9D8B030D-6E8A-4147-A177-3AD203B41FA5}">
                      <a16:colId xmlns:a16="http://schemas.microsoft.com/office/drawing/2014/main" val="434320044"/>
                    </a:ext>
                  </a:extLst>
                </a:gridCol>
              </a:tblGrid>
              <a:tr h="625327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Category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Technology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2631581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Frontend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6223555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Backend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391892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Database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9759379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Frameworks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5109242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APIs / Integrations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6737635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Cloud / Hosting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9390139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 err="1"/>
                        <a:t>Devops</a:t>
                      </a:r>
                      <a:r>
                        <a:rPr lang="en-IN" sz="2400" dirty="0"/>
                        <a:t> / CI - CD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443169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Authentication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9691342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Tools and Platforms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88273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57955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5"/>
                </a:lnTo>
                <a:lnTo>
                  <a:pt x="0" y="77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sz="1400" b="1"/>
              <a:t>AI-POWERED INTELLIGENCE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62939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sz="3600" b="1"/>
              <a:t>Agentic AI in Action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07703" y="1738603"/>
            <a:ext cx="1027259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sz="1400" b="0"/>
              <a:t>Natural Language Processing - Understands commands like 'Send yesterday's bill to customer John'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sz="1400" b="0"/>
              <a:t>Predictive Analytics - 'Festival in 5 days' triggers smart restocking recommendations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sz="1400" b="0"/>
              <a:t>Conversational Commerce - Customers chat with store bot for stock checks &amp; orders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92762" y="5042995"/>
            <a:ext cx="12461438" cy="2114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sz="1400" b="0"/>
              <a:t>Smart Notifications - Proactive alerts: 'Stock low, order now before price increase'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</p:txBody>
      </p:sp>
      <p:sp>
        <p:nvSpPr>
          <p:cNvPr id="8" name="Freeform 8"/>
          <p:cNvSpPr/>
          <p:nvPr/>
        </p:nvSpPr>
        <p:spPr>
          <a:xfrm>
            <a:off x="-2006573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45803" y="1738603"/>
            <a:ext cx="1019639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sz="1400" b="1"/>
              <a:t>TECHNOLOGY STACK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sz="3600" b="1"/>
              <a:t>Built for Scale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sz="1400" b="0"/>
              <a:t>Frontend: React.js + PWA for offline-first experience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92761" y="5042995"/>
            <a:ext cx="12149435" cy="2114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sz="1400" b="0"/>
              <a:t>Backend: FastAPI + Python for high-performance APIs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</p:txBody>
      </p:sp>
      <p:sp>
        <p:nvSpPr>
          <p:cNvPr id="6" name="Freeform 6"/>
          <p:cNvSpPr/>
          <p:nvPr/>
        </p:nvSpPr>
        <p:spPr>
          <a:xfrm>
            <a:off x="772510" y="57955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5"/>
                </a:lnTo>
                <a:lnTo>
                  <a:pt x="0" y="77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sz="1400" b="0"/>
              <a:t>AI Engine: Gemini API + Custom ML models</a:t>
            </a:r>
          </a:p>
        </p:txBody>
      </p:sp>
      <p:sp>
        <p:nvSpPr>
          <p:cNvPr id="7" name="Freeform 7"/>
          <p:cNvSpPr/>
          <p:nvPr/>
        </p:nvSpPr>
        <p:spPr>
          <a:xfrm>
            <a:off x="15963916" y="62939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sz="1400" b="0"/>
              <a:t>Database: PostgreSQL + Redis for fast queries</a:t>
            </a:r>
          </a:p>
        </p:txBody>
      </p:sp>
      <p:sp>
        <p:nvSpPr>
          <p:cNvPr id="8" name="Freeform 8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sz="1400" b="0"/>
              <a:t>Infrastructure: Railway Cloud with auto-scaling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1345" y="1738603"/>
            <a:ext cx="724531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sz="1400" b="1"/>
              <a:t>ROADMAP &amp; VISION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sz="3600" b="1"/>
              <a:t>Where We're Heading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sz="1400" b="0"/>
              <a:t>Q1 2026: MVP Launch with 100 Beta Stores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92762" y="5042995"/>
            <a:ext cx="11089838" cy="2647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sz="1400" b="0"/>
              <a:t>Q2 2026: WhatsApp Bot &amp; AI Predictions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72510" y="59129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6"/>
                </a:lnTo>
                <a:lnTo>
                  <a:pt x="0" y="77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sz="1400" b="0"/>
              <a:t>Q3 2026: B2B Marketplace &amp; Supplier Network</a:t>
            </a:r>
          </a:p>
        </p:txBody>
      </p:sp>
      <p:sp>
        <p:nvSpPr>
          <p:cNvPr id="7" name="Freeform 7"/>
          <p:cNvSpPr/>
          <p:nvPr/>
        </p:nvSpPr>
        <p:spPr>
          <a:xfrm>
            <a:off x="15963916" y="62939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sz="1400" b="0"/>
              <a:t>Q4 2026: 10,000 Stores &amp; Regional Languages</a:t>
            </a:r>
          </a:p>
        </p:txBody>
      </p:sp>
      <p:sp>
        <p:nvSpPr>
          <p:cNvPr id="8" name="Freeform 8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sz="1400" b="0"/>
              <a:t>2027: Pan-India Launch targeting 1M Stores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89768" y="4229100"/>
            <a:ext cx="770846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sz="1400" b="1"/>
              <a:t>IMPACT &amp; TEAM</a:t>
            </a:r>
          </a:p>
        </p:txBody>
      </p:sp>
      <p:sp>
        <p:nvSpPr>
          <p:cNvPr id="3" name="Freeform 3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sz="3600" b="1"/>
              <a:t>Transforming Retail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220</Words>
  <Application>Microsoft Office PowerPoint</Application>
  <PresentationFormat>Custom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Canva Sans</vt:lpstr>
      <vt:lpstr>Canva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agentathon Template</dc:title>
  <dc:creator>sangara pandian</dc:creator>
  <cp:lastModifiedBy>sangara pandian</cp:lastModifiedBy>
  <cp:revision>3</cp:revision>
  <dcterms:created xsi:type="dcterms:W3CDTF">2006-08-16T00:00:00Z</dcterms:created>
  <dcterms:modified xsi:type="dcterms:W3CDTF">2026-01-29T16:08:47Z</dcterms:modified>
  <dc:identifier>DAG7Nw_xgN0</dc:identifier>
</cp:coreProperties>
</file>