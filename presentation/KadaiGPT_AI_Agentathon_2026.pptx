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KadaiGPT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97316"/>
                </a:solidFill>
              </a:defRPr>
            </a:pPr>
            <a:r>
              <a:t>"Bill Karo, AI Sambhalo" 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</a:defRPr>
            </a:pPr>
            <a:r>
              <a:t>India's First Agentic AI-Powered Retail Operations Platform</a:t>
            </a:r>
            <a:br/>
            <a:r>
              <a:t>for 12 Million+ Kirana 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5029200"/>
            <a:ext cx="5790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🚀 AI Agentathon 2026 | National Level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India's Retail Crisis 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1828800"/>
          </a:xfrm>
          <a:prstGeom prst="roundRect">
            <a:avLst/>
          </a:prstGeom>
          <a:solidFill>
            <a:srgbClr val="1A1A2E"/>
          </a:solidFill>
          <a:ln>
            <a:solidFill>
              <a:srgbClr val="2D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97316"/>
                </a:solidFill>
              </a:defRPr>
            </a:pPr>
            <a:r>
              <a:t>📝 Manual Billing Chaos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Store owners spend 3+ hours daily on manual billing, handwritten records, and error-prone calculations.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486400" cy="1828800"/>
          </a:xfrm>
          <a:prstGeom prst="roundRect">
            <a:avLst/>
          </a:prstGeom>
          <a:solidFill>
            <a:srgbClr val="1A1A2E"/>
          </a:solidFill>
          <a:ln>
            <a:solidFill>
              <a:srgbClr val="2D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97316"/>
                </a:solidFill>
              </a:defRPr>
            </a:pPr>
            <a:r>
              <a:t>📦 Inventory Nightmares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Stock-outs cost ₹2.5 lakh/year per store. 40% of products expire due to poor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486400" cy="1828800"/>
          </a:xfrm>
          <a:prstGeom prst="roundRect">
            <a:avLst/>
          </a:prstGeom>
          <a:solidFill>
            <a:srgbClr val="1A1A2E"/>
          </a:solidFill>
          <a:ln>
            <a:solidFill>
              <a:srgbClr val="2D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97316"/>
                </a:solidFill>
              </a:defRPr>
            </a:pPr>
            <a:r>
              <a:t>💰 Credit Recovery 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₹50,000+ stuck in 'udhari' (credit) per store. No systematic tracking or reminders.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486400" cy="1828800"/>
          </a:xfrm>
          <a:prstGeom prst="roundRect">
            <a:avLst/>
          </a:prstGeom>
          <a:solidFill>
            <a:srgbClr val="1A1A2E"/>
          </a:solidFill>
          <a:ln>
            <a:solidFill>
              <a:srgbClr val="2D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206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97316"/>
                </a:solidFill>
              </a:defRPr>
            </a:pPr>
            <a:r>
              <a:t>📊 Zero Business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6344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No data on best sellers, peak hours, or customer preferences. Gut-feeling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943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</a:defRPr>
            </a:pPr>
            <a:r>
              <a:t>12M+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Kirana Stores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943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</a:defRPr>
            </a:pPr>
            <a:r>
              <a:t>80%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Use Paper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943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</a:defRPr>
            </a:pPr>
            <a:r>
              <a:t>₹3L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Annual Loss/Store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Meet KadaiGPT 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An AI-first, voice-enabled, offline-capable retail assistant that transforms every Kirana store into a smart store.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Voice Commands in Hindi, Tamil &amp;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Smart OCR - Scan any bill in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AI-Powered Demand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WhatsApp Bot for Anywhere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Works 100% Offline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371600"/>
            <a:ext cx="4572000" cy="502920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[Live Demo Screenshot]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What Makes Us Different 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657600" cy="201168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Voice-First Billing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Speak and the bill is created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657600" cy="201168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Smart OCR Scanning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98% accuracy bill scanning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657600" cy="201168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1031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517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AI Demand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Know what to stock before customers 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3657600" cy="201168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WhatsApp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Access store data via WhatsApp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114800"/>
            <a:ext cx="3657600" cy="201168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3891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9377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Loyalty Program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3949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Smart rewards, 40% more repeat customers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114800"/>
            <a:ext cx="3657600" cy="201168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3891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9377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Smart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3949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Real-time dashboards &amp;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AI-POWERED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Agentic AI in Action 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486400" cy="228600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🗣️ Natural Language Processing [AI Agent]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937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C55E"/>
                </a:solidFill>
              </a:defRPr>
            </a:pPr>
            <a:r>
              <a:t>User: "Ramesh ko kal ki bill bhejo"</a:t>
            </a:r>
            <a:br/>
            <a:r>
              <a:t>✓ Sent bill to Ramesh via WhatsApp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486400" cy="228600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📈 Predictive Analytics [ML Model]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C55E"/>
                </a:solidFill>
              </a:defRPr>
            </a:pPr>
            <a:r>
              <a:t>System: "Holi in 5 days"</a:t>
            </a:r>
            <a:br/>
            <a:r>
              <a:t>📦 Stock 50kg colors, 100 pichkaris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5486400" cy="228600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💬 Conversational Commerce [LLM Powered]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4937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C55E"/>
                </a:solidFill>
              </a:defRPr>
            </a:pPr>
            <a:r>
              <a:t>Customer: "Aata hai kya?"</a:t>
            </a:r>
            <a:br/>
            <a:r>
              <a:t>✓ "Haan, 5kg - ₹285. Order karu?"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206240"/>
            <a:ext cx="5486400" cy="228600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4805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🔔 Smart Notifications [Proactive]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029200"/>
            <a:ext cx="4937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C55E"/>
                </a:solidFill>
              </a:defRPr>
            </a:pPr>
            <a:r>
              <a:t>Auto-Alert: "Dal 3 days left"</a:t>
            </a:r>
            <a:br/>
            <a:r>
              <a:t>⚠️ Order now - price up tomorrow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Built for Scale 🏗️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2286000" cy="137160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Frontend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React + PWA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286000"/>
            <a:ext cx="2286000" cy="137160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46888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API Layer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2286000" cy="137160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AI Engine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Gemini + 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286000"/>
            <a:ext cx="2286000" cy="137160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46888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Database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⚛️ React.js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572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🐍 Python/FastAPI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572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🤖 Gemini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4572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📱 WhatsApp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🐘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303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☁️ Railway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5303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📴 Offline-First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59" y="5303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🔐 JWT Auth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WHATSAPP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Your Store in Every Pocket 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1828800"/>
          </a:xfrm>
          <a:prstGeom prst="roundRect">
            <a:avLst/>
          </a:prstGeom>
          <a:solidFill>
            <a:srgbClr val="0A3228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📤 Instant Bill Sharing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One-tap bill sharing with QR payment links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486400" cy="1828800"/>
          </a:xfrm>
          <a:prstGeom prst="roundRect">
            <a:avLst/>
          </a:prstGeom>
          <a:solidFill>
            <a:srgbClr val="0A3228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🔔 Smart Reminders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Automated credit reminders to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5486400" cy="1828800"/>
          </a:xfrm>
          <a:prstGeom prst="roundRect">
            <a:avLst/>
          </a:prstGeom>
          <a:solidFill>
            <a:srgbClr val="0A3228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🤖 Store 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24/7 automated responses via WhatsApp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486400" cy="1828800"/>
          </a:xfrm>
          <a:prstGeom prst="roundRect">
            <a:avLst/>
          </a:prstGeom>
          <a:solidFill>
            <a:srgbClr val="0A3228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4805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📊 Daily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02920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Get daily summary at 9 PM on WhatsApp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Where We're Heading 🚀</a:t>
            </a:r>
          </a:p>
        </p:txBody>
      </p:sp>
      <p:sp>
        <p:nvSpPr>
          <p:cNvPr id="5" name="Oval 4"/>
          <p:cNvSpPr/>
          <p:nvPr/>
        </p:nvSpPr>
        <p:spPr>
          <a:xfrm>
            <a:off x="1737360" y="228600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Launch MVP</a:t>
            </a:r>
            <a:br/>
            <a:r>
              <a:t>100 Beta Stores</a:t>
            </a:r>
          </a:p>
        </p:txBody>
      </p:sp>
      <p:sp>
        <p:nvSpPr>
          <p:cNvPr id="8" name="Oval 7"/>
          <p:cNvSpPr/>
          <p:nvPr/>
        </p:nvSpPr>
        <p:spPr>
          <a:xfrm>
            <a:off x="3840480" y="2286000"/>
            <a:ext cx="274320" cy="2743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Q2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108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WhatsApp Bot</a:t>
            </a:r>
            <a:br/>
            <a:r>
              <a:t>AI Predictions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228600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108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B2B Marketplace</a:t>
            </a:r>
            <a:br/>
            <a:r>
              <a:t>Supplier Network</a:t>
            </a:r>
          </a:p>
        </p:txBody>
      </p:sp>
      <p:sp>
        <p:nvSpPr>
          <p:cNvPr id="14" name="Oval 13"/>
          <p:cNvSpPr/>
          <p:nvPr/>
        </p:nvSpPr>
        <p:spPr>
          <a:xfrm>
            <a:off x="8046719" y="228600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59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Q4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3108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10,000 Stores</a:t>
            </a:r>
            <a:br/>
            <a:r>
              <a:t>Regional Languages</a:t>
            </a:r>
          </a:p>
        </p:txBody>
      </p:sp>
      <p:sp>
        <p:nvSpPr>
          <p:cNvPr id="17" name="Oval 16"/>
          <p:cNvSpPr/>
          <p:nvPr/>
        </p:nvSpPr>
        <p:spPr>
          <a:xfrm>
            <a:off x="10149840" y="228600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108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Pan-India Launch</a:t>
            </a:r>
            <a:br/>
            <a:r>
              <a:t>1M Stores Target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572000"/>
            <a:ext cx="2560320" cy="164592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80"/>
            <a:ext cx="2194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🏦 UPI AutoPay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 credit collection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4572000"/>
            <a:ext cx="2560320" cy="164592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4754880"/>
            <a:ext cx="2194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🚚 Delivery Tracking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Home delivery mgmt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572000"/>
            <a:ext cx="2560320" cy="164592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754880"/>
            <a:ext cx="2194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📺 Smart Display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Digital menu boards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4572000"/>
            <a:ext cx="2560320" cy="1645920"/>
          </a:xfrm>
          <a:prstGeom prst="roundRect">
            <a:avLst/>
          </a:prstGeom>
          <a:solidFill>
            <a:srgbClr val="1A1A2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754880"/>
            <a:ext cx="2194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🤝 Franchise Mode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Multi-store mgmt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82296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Transforming India's Retail Backbone 🇮🇳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97316"/>
                </a:solidFill>
              </a:defRPr>
            </a:pPr>
            <a:r>
              <a:t>40%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Time Saved Daily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28600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97316"/>
                </a:solidFill>
              </a:defRPr>
            </a:pPr>
            <a:r>
              <a:t>₹3L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Extra Revenue/Year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97316"/>
                </a:solidFill>
              </a:defRPr>
            </a:pPr>
            <a:r>
              <a:t>50%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Less Stock Wastage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59" y="228600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97316"/>
                </a:solidFill>
              </a:defRPr>
            </a:pPr>
            <a:r>
              <a:t>90%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Credit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Supporting UN SDG Goals: 8 (Decent Work) | 9 (Industry Innovation) | 10 (Reduced Inequalities)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82296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Built with ❤️ by</a:t>
            </a:r>
          </a:p>
        </p:txBody>
      </p:sp>
      <p:sp>
        <p:nvSpPr>
          <p:cNvPr id="5" name="Oval 4"/>
          <p:cNvSpPr/>
          <p:nvPr/>
        </p:nvSpPr>
        <p:spPr>
          <a:xfrm>
            <a:off x="2651760" y="2011680"/>
            <a:ext cx="1371600" cy="1371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22860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566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Lokeshkumar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931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Full Stack Developer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2011680"/>
            <a:ext cx="1371600" cy="1371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2860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566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Kishan SG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931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AI/ML Engineer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2011680"/>
            <a:ext cx="1371600" cy="1371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2860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566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Pranesh 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931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Backend 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484632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97316"/>
                </a:solidFill>
              </a:defRPr>
            </a:pPr>
            <a:r>
              <a:t>🚀 Try Live Demo: kadaigpt.railway.app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6692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🙏 Thank You! Questions? Let's discuss! 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