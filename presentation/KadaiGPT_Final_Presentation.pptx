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74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510" y="570025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5"/>
                </a:lnTo>
                <a:lnTo>
                  <a:pt x="0" y="77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b="1"/>
              <a:t>KadaiGPT</a:t>
            </a:r>
          </a:p>
        </p:txBody>
      </p:sp>
      <p:sp>
        <p:nvSpPr>
          <p:cNvPr id="3" name="Freeform 3"/>
          <p:cNvSpPr/>
          <p:nvPr/>
        </p:nvSpPr>
        <p:spPr>
          <a:xfrm>
            <a:off x="15963916" y="570025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4"/>
                </a:lnTo>
                <a:lnTo>
                  <a:pt x="0" y="675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b="1"/>
              <a:t>KadaiGPT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21094" y="1748212"/>
            <a:ext cx="4718506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b="1"/>
              <a:t>KadaiGPT</a:t>
            </a: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3838295"/>
            <a:ext cx="81153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 : XXXXXXXX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3498" y="4619819"/>
            <a:ext cx="5922645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Name : XXXXXXXX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3498" y="5420222"/>
            <a:ext cx="6640176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Members : </a:t>
            </a:r>
          </a:p>
        </p:txBody>
      </p:sp>
      <p:sp>
        <p:nvSpPr>
          <p:cNvPr id="10" name="Freeform 10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b="1"/>
              <a:t>KadaiGPT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2162" y="9060531"/>
            <a:ext cx="852015" cy="816372"/>
          </a:xfrm>
          <a:custGeom>
            <a:avLst/>
            <a:gdLst/>
            <a:ahLst/>
            <a:cxnLst/>
            <a:rect l="l" t="t" r="r" b="b"/>
            <a:pathLst>
              <a:path w="852015" h="816372">
                <a:moveTo>
                  <a:pt x="0" y="0"/>
                </a:moveTo>
                <a:lnTo>
                  <a:pt x="852015" y="0"/>
                </a:lnTo>
                <a:lnTo>
                  <a:pt x="852015" y="816372"/>
                </a:lnTo>
                <a:lnTo>
                  <a:pt x="0" y="816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836" t="-18011" r="-18941" b="-23694"/>
            </a:stretch>
          </a:blipFill>
        </p:spPr>
        <p:txBody>
          <a:bodyPr/>
          <a:p>
            <a:r>
              <a:rPr b="1"/>
              <a:t>KadaiGPT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510" y="641137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6"/>
                </a:lnTo>
                <a:lnTo>
                  <a:pt x="0" y="77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b="1"/>
              <a:t>The Problem</a:t>
            </a:r>
          </a:p>
        </p:txBody>
      </p:sp>
      <p:sp>
        <p:nvSpPr>
          <p:cNvPr id="3" name="Freeform 3"/>
          <p:cNvSpPr/>
          <p:nvPr/>
        </p:nvSpPr>
        <p:spPr>
          <a:xfrm>
            <a:off x="15963916" y="572240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b="1"/>
              <a:t>The Problem</a:t>
            </a:r>
          </a:p>
        </p:txBody>
      </p:sp>
      <p:sp>
        <p:nvSpPr>
          <p:cNvPr id="4" name="Freeform 4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b="1"/>
              <a:t>The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03485" y="1748212"/>
            <a:ext cx="7831515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205940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1E51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Heading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Problem &amp; Motivation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119705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1E51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6502" y="4899835"/>
            <a:ext cx="8480097" cy="2114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problem are we solving?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Why does this problem matter?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Gaps in current solutions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Who are the users affected?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510" y="662400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5"/>
                </a:lnTo>
                <a:lnTo>
                  <a:pt x="0" y="77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b="1"/>
              <a:t>The Solution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5963916" y="600815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b="1"/>
              <a:t>The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45923" y="1769425"/>
            <a:ext cx="7796153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205940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1E51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Heading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Solution &amp; Key Features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119705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1E51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16502" y="4899835"/>
            <a:ext cx="7718097" cy="2114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High-level solution explanation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4–5 key features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makes the solution unique?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Screenshots/mockups</a:t>
            </a:r>
          </a:p>
        </p:txBody>
      </p:sp>
      <p:sp>
        <p:nvSpPr>
          <p:cNvPr id="8" name="Freeform 8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b="1"/>
              <a:t>The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510" y="629390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6"/>
                </a:lnTo>
                <a:lnTo>
                  <a:pt x="0" y="77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b="1"/>
              <a:t>Core Features</a:t>
            </a:r>
          </a:p>
        </p:txBody>
      </p:sp>
      <p:sp>
        <p:nvSpPr>
          <p:cNvPr id="3" name="Freeform 3"/>
          <p:cNvSpPr/>
          <p:nvPr/>
        </p:nvSpPr>
        <p:spPr>
          <a:xfrm>
            <a:off x="15963916" y="629390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b="1"/>
              <a:t>Core Features</a:t>
            </a:r>
          </a:p>
        </p:txBody>
      </p:sp>
      <p:sp>
        <p:nvSpPr>
          <p:cNvPr id="4" name="Freeform 4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b="1"/>
              <a:t>Core Features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15274" y="813662"/>
            <a:ext cx="605745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 STACK USED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ECCA32-1AC0-9B29-5476-15E459438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927994"/>
              </p:ext>
            </p:extLst>
          </p:nvPr>
        </p:nvGraphicFramePr>
        <p:xfrm>
          <a:off x="2794487" y="2171699"/>
          <a:ext cx="11378714" cy="5943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357">
                  <a:extLst>
                    <a:ext uri="{9D8B030D-6E8A-4147-A177-3AD203B41FA5}">
                      <a16:colId xmlns:a16="http://schemas.microsoft.com/office/drawing/2014/main" val="4222466375"/>
                    </a:ext>
                  </a:extLst>
                </a:gridCol>
                <a:gridCol w="5689357">
                  <a:extLst>
                    <a:ext uri="{9D8B030D-6E8A-4147-A177-3AD203B41FA5}">
                      <a16:colId xmlns:a16="http://schemas.microsoft.com/office/drawing/2014/main" val="434320044"/>
                    </a:ext>
                  </a:extLst>
                </a:gridCol>
              </a:tblGrid>
              <a:tr h="625327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Category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Technology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2631581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Frontend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6223555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Backend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391892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Database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9759379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Frameworks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5109242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APIs / Integrations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6737635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Cloud / Hosting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9390139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 err="1"/>
                        <a:t>Devops</a:t>
                      </a:r>
                      <a:r>
                        <a:rPr lang="en-IN" sz="2400" dirty="0"/>
                        <a:t> / CI - CD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0443169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Authentication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9691342"/>
                  </a:ext>
                </a:extLst>
              </a:tr>
              <a:tr h="590919">
                <a:tc>
                  <a:txBody>
                    <a:bodyPr/>
                    <a:lstStyle/>
                    <a:p>
                      <a:r>
                        <a:rPr lang="en-IN" sz="2400" dirty="0"/>
                        <a:t>Tools and Platforms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88273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510" y="579550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5"/>
                </a:lnTo>
                <a:lnTo>
                  <a:pt x="0" y="77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b="1"/>
              <a:t>AI-Powered Intelligence</a:t>
            </a:r>
          </a:p>
        </p:txBody>
      </p:sp>
      <p:sp>
        <p:nvSpPr>
          <p:cNvPr id="3" name="Freeform 3"/>
          <p:cNvSpPr/>
          <p:nvPr/>
        </p:nvSpPr>
        <p:spPr>
          <a:xfrm>
            <a:off x="15963916" y="629390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b="1"/>
              <a:t>AI-Powered Intelligence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07703" y="1738603"/>
            <a:ext cx="1027259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 &amp;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205940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1E51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Heading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Workflow + Architecture Diagram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119705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1E51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92762" y="5042995"/>
            <a:ext cx="12461438" cy="2114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Step-by-step workflow (User → Process → Output)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architecture (Frontend, Backend, DB, ML Model, APIs)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flow summary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(Add your diagram image or link here)</a:t>
            </a:r>
          </a:p>
        </p:txBody>
      </p:sp>
      <p:sp>
        <p:nvSpPr>
          <p:cNvPr id="8" name="Freeform 8"/>
          <p:cNvSpPr/>
          <p:nvPr/>
        </p:nvSpPr>
        <p:spPr>
          <a:xfrm>
            <a:off x="-2006573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b="1"/>
              <a:t>AI-Powered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45803" y="1738603"/>
            <a:ext cx="10196394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 &amp;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205940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1E51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Heading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cont...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119705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1E51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92761" y="5042995"/>
            <a:ext cx="12149435" cy="2114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Step-by-step workflow (User → Process → Output)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architecture (Frontend, Backend, DB, ML Model, APIs)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flow summary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(Add your diagram image or link here)</a:t>
            </a:r>
          </a:p>
        </p:txBody>
      </p:sp>
      <p:sp>
        <p:nvSpPr>
          <p:cNvPr id="6" name="Freeform 6"/>
          <p:cNvSpPr/>
          <p:nvPr/>
        </p:nvSpPr>
        <p:spPr>
          <a:xfrm>
            <a:off x="772510" y="579550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5"/>
                </a:lnTo>
                <a:lnTo>
                  <a:pt x="0" y="775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b="1"/>
              <a:t>Technology Stack</a:t>
            </a:r>
          </a:p>
        </p:txBody>
      </p:sp>
      <p:sp>
        <p:nvSpPr>
          <p:cNvPr id="7" name="Freeform 7"/>
          <p:cNvSpPr/>
          <p:nvPr/>
        </p:nvSpPr>
        <p:spPr>
          <a:xfrm>
            <a:off x="15963916" y="629390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b="1"/>
              <a:t>Technology Stack</a:t>
            </a:r>
          </a:p>
        </p:txBody>
      </p:sp>
      <p:sp>
        <p:nvSpPr>
          <p:cNvPr id="8" name="Freeform 8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b="1"/>
              <a:t>Technology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1345" y="1738603"/>
            <a:ext cx="724531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&amp; ROADMAP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205940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1E51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Heading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Achievements, Impact &amp; Future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119705"/>
            <a:ext cx="1155900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1E51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92762" y="5042995"/>
            <a:ext cx="11089838" cy="2647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Features completed in this hackathon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Impact of the solution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improvements / roadmap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this project stands out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72510" y="591290"/>
            <a:ext cx="2021977" cy="775125"/>
          </a:xfrm>
          <a:custGeom>
            <a:avLst/>
            <a:gdLst/>
            <a:ahLst/>
            <a:cxnLst/>
            <a:rect l="l" t="t" r="r" b="b"/>
            <a:pathLst>
              <a:path w="2021977" h="775125">
                <a:moveTo>
                  <a:pt x="0" y="0"/>
                </a:moveTo>
                <a:lnTo>
                  <a:pt x="2021978" y="0"/>
                </a:lnTo>
                <a:lnTo>
                  <a:pt x="2021978" y="775126"/>
                </a:lnTo>
                <a:lnTo>
                  <a:pt x="0" y="77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492"/>
            </a:stretch>
          </a:blipFill>
        </p:spPr>
        <p:txBody>
          <a:bodyPr/>
          <a:p>
            <a:r>
              <a:rPr b="1"/>
              <a:t>WhatsApp Integration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15963916" y="629390"/>
            <a:ext cx="1911201" cy="675444"/>
          </a:xfrm>
          <a:custGeom>
            <a:avLst/>
            <a:gdLst/>
            <a:ahLst/>
            <a:cxnLst/>
            <a:rect l="l" t="t" r="r" b="b"/>
            <a:pathLst>
              <a:path w="1911201" h="675444">
                <a:moveTo>
                  <a:pt x="0" y="0"/>
                </a:moveTo>
                <a:lnTo>
                  <a:pt x="1911200" y="0"/>
                </a:lnTo>
                <a:lnTo>
                  <a:pt x="1911200" y="675445"/>
                </a:lnTo>
                <a:lnTo>
                  <a:pt x="0" y="67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>
            <a:r>
              <a:rPr b="1"/>
              <a:t>WhatsApp Integration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b="1"/>
              <a:t>WhatsApp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89768" y="4229100"/>
            <a:ext cx="770846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2016098" y="6801015"/>
            <a:ext cx="21034361" cy="4914570"/>
          </a:xfrm>
          <a:custGeom>
            <a:avLst/>
            <a:gdLst/>
            <a:ahLst/>
            <a:cxnLst/>
            <a:rect l="l" t="t" r="r" b="b"/>
            <a:pathLst>
              <a:path w="21034361" h="4914570">
                <a:moveTo>
                  <a:pt x="0" y="0"/>
                </a:moveTo>
                <a:lnTo>
                  <a:pt x="21034361" y="0"/>
                </a:lnTo>
                <a:lnTo>
                  <a:pt x="21034361" y="4914570"/>
                </a:lnTo>
                <a:lnTo>
                  <a:pt x="0" y="491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>
            <a:r>
              <a:rPr b="1"/>
              <a:t>Future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220</Words>
  <Application>Microsoft Office PowerPoint</Application>
  <PresentationFormat>Custom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Canva Sans</vt:lpstr>
      <vt:lpstr>Canva Sans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agentathon Template</dc:title>
  <dc:creator>sangara pandian</dc:creator>
  <cp:lastModifiedBy>sangara pandian</cp:lastModifiedBy>
  <cp:revision>3</cp:revision>
  <dcterms:created xsi:type="dcterms:W3CDTF">2006-08-16T00:00:00Z</dcterms:created>
  <dcterms:modified xsi:type="dcterms:W3CDTF">2026-01-29T16:08:47Z</dcterms:modified>
  <dc:identifier>DAG7Nw_xgN0</dc:identifier>
</cp:coreProperties>
</file>